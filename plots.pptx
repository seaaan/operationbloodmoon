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57B4E-2A2E-F9F5-5856-81C4969609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DC502C-9397-5637-4FFD-400398323C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51179-C5CB-92D5-C667-EFD0834C5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5CC72-616F-49CD-9EFF-DA6419A9E648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D38BD-B827-99FE-541B-CEC2D22E6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007F9-64E8-3A4E-77B1-DD1F09A4A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543EB-C3DD-4B85-B4E3-E79432300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526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E5C09-005B-7186-6D95-11DEFA26F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B372D-F8B5-BCC7-A6A2-072D44CCE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7A1C16-DD19-FD8E-94A0-2B3996DC1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5CC72-616F-49CD-9EFF-DA6419A9E648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B7D4E-4F72-2EB0-A842-CF2A5D76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79AD1-66E8-5101-8AA0-55C35204E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543EB-C3DD-4B85-B4E3-E79432300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823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02980-999A-E481-8815-AD7F0EA0D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5926C-81CE-7ED6-53CD-7236BD5FF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1DBF8-395C-B19B-ADE5-C77F80B0C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5CC72-616F-49CD-9EFF-DA6419A9E648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A46EC-45A8-CE4C-5A1B-EDE1757A4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F5091-CA6C-6759-EE39-FF4455F1E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543EB-C3DD-4B85-B4E3-E79432300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780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8107B-4167-503E-CC99-055DCD63C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93DFD-AAD0-E3CC-7111-3DDA032C8B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0ED85B-205E-17C1-9045-2073A5DF28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11895-9E28-5BBD-DC3F-51ED76E2E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5CC72-616F-49CD-9EFF-DA6419A9E648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8A1FE1-6C39-96AF-F540-2DD7A5C19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4F0EE7-462A-F1CF-9EC6-5BC3C11A5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543EB-C3DD-4B85-B4E3-E79432300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177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E80BC-A148-257E-DAD5-5FB92FD6D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3BAF8C-78D3-96C7-F3A8-4E5A3C624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BC5693-BABE-D0BD-00A4-F1F58AB34C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CD7CDC-3E31-A2C3-B616-4D53E808FD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13EACD-82A3-AC6C-753F-F8DFE39841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9F63FF-7C1E-E4B4-3C81-13F238E5E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5CC72-616F-49CD-9EFF-DA6419A9E648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EAFE61-4812-5613-A607-B543C426A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4D90D6-EE09-D499-24D5-B59479709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543EB-C3DD-4B85-B4E3-E79432300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659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8BD72-2671-0EB8-E2AD-82A704F71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3C49FF-B4B0-3AA8-CA2A-586F7A73A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5CC72-616F-49CD-9EFF-DA6419A9E648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073CD1-0F2E-E405-7C67-FD02B35A6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8F09D0-738E-4CE7-E6C5-E70F7E5F7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543EB-C3DD-4B85-B4E3-E79432300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01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F64DC8-6DFB-9752-296D-EE073EC79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5CC72-616F-49CD-9EFF-DA6419A9E648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0CB1EE-757D-77DD-7657-BC3AA0948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987571-DAEB-C06F-A473-C6C95F408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543EB-C3DD-4B85-B4E3-E79432300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800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04C4A-455C-121B-C305-72A77005E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50D2D-5873-B9DF-3B08-B55C0FC78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E0FE50-952D-0E6F-925C-8F55D4D023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54F148-7EB8-3AB9-E598-2C08E17A7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5CC72-616F-49CD-9EFF-DA6419A9E648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01E8AF-6A66-0DB7-AAC5-ECC17C702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73270A-DA9B-E713-A2BA-CA2850BB1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543EB-C3DD-4B85-B4E3-E79432300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315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78B36-D279-75AC-22E7-E5D37DE8B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74FCAF-6217-E735-97DA-89035DEFD0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1A0CC8-BF97-548E-592A-18099A21A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5B1DEC-0648-EC3E-5BE1-F6F246D66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5CC72-616F-49CD-9EFF-DA6419A9E648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C3D02A-1E17-61F4-8D9B-4AE51B5E9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4690FF-12B1-9BD8-59F2-96456641B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543EB-C3DD-4B85-B4E3-E79432300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320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70D70-6837-441E-34AA-B3DE99332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FF83FA-F4E2-476A-BF60-146D67815D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2F74F-F0D0-1F0D-F01A-020D6F831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5CC72-616F-49CD-9EFF-DA6419A9E648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0B416-C7E1-E02F-527A-A42AEF6F4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8A1BC-2B3B-EBCC-50DF-D25B858AD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543EB-C3DD-4B85-B4E3-E79432300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668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F20B65-4C07-3057-D613-C9EA2BD507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BC36CC-E98D-2EE9-038A-4D5E80B5FA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94733-6867-C919-A4D6-7B047350D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5CC72-616F-49CD-9EFF-DA6419A9E648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AFD3D-209E-B9B6-C3B1-377762C9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7D8A0-6CA8-4CFB-6F08-043595D95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543EB-C3DD-4B85-B4E3-E79432300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240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552706-9494-9515-E1F5-E9CD996DC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9F9667-C0C7-536E-AA37-6977EF02E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8E6BB-3B14-221C-C3E4-1FC556881F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45CC72-616F-49CD-9EFF-DA6419A9E648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0A278-D754-34ED-F0E7-634D692F40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86496-AB11-01AA-1DF3-661C2531EB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B543EB-C3DD-4B85-B4E3-E79432300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631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7639E6-4978-A29C-A4B9-35FED72AF6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6221" y="3096487"/>
            <a:ext cx="5486411" cy="36576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AD570E-A969-7B3E-514B-36E8ADA19C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76" y="3096487"/>
            <a:ext cx="5486411" cy="36576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ADA865-858B-AD3C-DF9C-B9E74152C9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2412" y="0"/>
            <a:ext cx="5486411" cy="36576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08448D-B63A-1137-D4DA-ABBB2CBF97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6370" y="-124695"/>
            <a:ext cx="5486411" cy="365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508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7338F-DD2A-0F0B-E922-30676EB7FD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3990DD-C8AA-E7BE-6D44-26905E66E3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69705D-28D2-8DB1-D1F1-D5E0837921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2928" y="1319642"/>
            <a:ext cx="7315215" cy="36576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59E1FB-F92F-3D17-1D17-8BF7849311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27197"/>
            <a:ext cx="7315215" cy="365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866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9155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>University of Washington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Claire N Levy</dc:creator>
  <cp:lastModifiedBy>Claire N Levy</cp:lastModifiedBy>
  <cp:revision>1</cp:revision>
  <dcterms:created xsi:type="dcterms:W3CDTF">2026-07-08T22:48:35Z</dcterms:created>
  <dcterms:modified xsi:type="dcterms:W3CDTF">2026-07-08T22:49:44Z</dcterms:modified>
</cp:coreProperties>
</file>